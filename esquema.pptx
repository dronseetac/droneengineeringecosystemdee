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8" r:id="rId5"/>
    <p:sldId id="257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07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05575-C86D-4CB2-B9FE-DDCCF3C43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79E20B-1CB7-4703-9E84-266B9354F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DD8984-EFB8-4FB6-A8B9-B83190ED4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E5FE0-D939-4939-9813-84215DB43CFD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18EC0-3A6A-4048-847F-1CEFB7A34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2BC955-4E94-4A9A-AAB8-A405E56A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2E6FC-FFE3-4664-B9B4-34BF0FA4B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7845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0F773-EDFE-452C-88C6-A8CCED24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1B5CAA-9E15-4217-9A90-F1A26B272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179E13-97F6-4066-BB40-AC96F2E4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E5FE0-D939-4939-9813-84215DB43CFD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DD022C-A7B4-49D3-999B-519123C04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CB2F75-465F-4CF2-B11D-75744030D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2E6FC-FFE3-4664-B9B4-34BF0FA4B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3787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E009C-631E-4429-B6C5-8757E782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E9D2D8-E5B6-41ED-9D97-5AA159112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859165-FCE2-47C0-8E40-16DE98E9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E5FE0-D939-4939-9813-84215DB43CFD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C2FD88-EACB-49DA-9E4F-07AF3329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150EEC-522B-40AB-BA3F-3789E81D4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2E6FC-FFE3-4664-B9B4-34BF0FA4B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555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494CF-A346-4C30-9175-1E6F89DF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40BA79-E0B1-4319-BAFF-04DBCE63C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186CAD-2D67-4841-8DD6-BF148A800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E1B876-9D88-4C9B-B2DA-9AC380DAA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E5FE0-D939-4939-9813-84215DB43CFD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A556E9-6D07-43D5-9022-5F86CB93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05F809-2E09-42A1-8D8F-B5C26509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2E6FC-FFE3-4664-B9B4-34BF0FA4B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5127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1C605-45F8-45ED-8757-5C6ED6809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BDA90D-DDAA-49F9-92F8-E2814C91F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8FDC93-0E99-42BA-88F1-BC8B08F1D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93AF4E1-3FF7-403F-9750-6417A06EF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2F1E7C6-2760-4769-89DD-A7BCE389F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94BED2C-7C6A-4A79-961F-33E3F7D67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E5FE0-D939-4939-9813-84215DB43CFD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84E0C4-D757-42E8-A110-F4B1DC024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205D8D2-74CB-41BB-9741-A7C7BC87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2E6FC-FFE3-4664-B9B4-34BF0FA4B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56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9631C3-B015-4741-8F99-7D480FBC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4ABFC9-713E-465D-AC11-E25E25425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E5FE0-D939-4939-9813-84215DB43CFD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7EE965-C2FD-46CD-9996-962662FB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396E71B-2BB6-4725-B111-4E807C48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2E6FC-FFE3-4664-B9B4-34BF0FA4B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4246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615CA5E-0C6A-489E-92C5-F5EC5FD6A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E5FE0-D939-4939-9813-84215DB43CFD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52C671B-66C2-4DA5-B999-6701B96D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808448-CCAB-4834-B718-E3A3F235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2E6FC-FFE3-4664-B9B4-34BF0FA4B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6405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CC346-8760-42CC-AD48-AB4E187CE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099EBF-EF42-492D-B8C7-6B12CA63D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D74B51-32DB-40F0-9F49-90CDDB400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451BF0-EF40-46FC-B966-B82494F5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E5FE0-D939-4939-9813-84215DB43CFD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C1D167-2211-4863-BC64-D0262E4B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34A0E3-9FE6-4CFD-B404-80DA7AFFA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2E6FC-FFE3-4664-B9B4-34BF0FA4B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053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10A53-2E51-4FA7-B459-5633A18A3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5252044-A5B8-40F0-8C9C-C26B1A9CD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D16145-3231-459C-9D61-450110F2A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7C9C89-0841-4DD3-99B6-C4C07F9E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E5FE0-D939-4939-9813-84215DB43CFD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375F2F-16B4-4F73-93CB-A7D361DD8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BC37BE-145B-4FA2-B09D-7C9BD1312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2E6FC-FFE3-4664-B9B4-34BF0FA4B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2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104F3-F037-4BE0-8614-FCB8C6FE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9FA8D30-9C9C-42EF-AC32-8AA7993B6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F86762-26DC-4D7B-AD81-E15ACF4BB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E5FE0-D939-4939-9813-84215DB43CFD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E7F20-F21F-4500-96E9-CE524C96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734B24-1FA6-4672-9C60-F597462D1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2E6FC-FFE3-4664-B9B4-34BF0FA4B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8517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D7C2E0-6AD0-4F5B-9921-8D3157486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B2AA9D-E733-43B9-B13B-CE5256F41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327ADB-273D-4C20-819D-3ACE0A17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E5FE0-D939-4939-9813-84215DB43CFD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677DAA-6DDA-42BB-B9B6-6639E859D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E0DC56-67FF-45BA-ADB3-37079BFA1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2E6FC-FFE3-4664-B9B4-34BF0FA4B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366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C9738ED-0C8D-4A38-8BE4-D7186291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57E742-C2A4-4396-9D2C-2213A46F7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A235A6-44BC-44B0-A562-9199F8258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E5FE0-D939-4939-9813-84215DB43CFD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08B8B0-DD8C-4BE2-8334-ED1553004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377ACE-EE46-4E88-B87D-B9DEC9718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2E6FC-FFE3-4664-B9B4-34BF0FA4B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861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391ED6-A57C-40AF-9F40-A466906FF8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58" t="60795" r="31670" b="9114"/>
          <a:stretch/>
        </p:blipFill>
        <p:spPr>
          <a:xfrm>
            <a:off x="2281806" y="604006"/>
            <a:ext cx="8968093" cy="530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63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B31DEE46-0C41-48DA-9AA8-F357F0B53A4D}"/>
              </a:ext>
            </a:extLst>
          </p:cNvPr>
          <p:cNvGrpSpPr/>
          <p:nvPr/>
        </p:nvGrpSpPr>
        <p:grpSpPr>
          <a:xfrm>
            <a:off x="3224784" y="922086"/>
            <a:ext cx="3920419" cy="3375594"/>
            <a:chOff x="3224784" y="922086"/>
            <a:chExt cx="3920419" cy="3375594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28391ED6-A57C-40AF-9F40-A466906FF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9618" t="65678" r="33602" b="29519"/>
            <a:stretch/>
          </p:blipFill>
          <p:spPr>
            <a:xfrm>
              <a:off x="4512625" y="1268389"/>
              <a:ext cx="1092202" cy="846328"/>
            </a:xfrm>
            <a:prstGeom prst="rect">
              <a:avLst/>
            </a:prstGeom>
          </p:spPr>
        </p:pic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2F4E284-E1DA-4C94-B217-7720904FF5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1197" t="71561" r="42022" b="22990"/>
            <a:stretch/>
          </p:blipFill>
          <p:spPr>
            <a:xfrm>
              <a:off x="5822766" y="1195823"/>
              <a:ext cx="1092202" cy="960120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6171AC1-A753-44F9-AAD2-4D9CA6921C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1095" t="65650" r="42125" b="29546"/>
            <a:stretch/>
          </p:blipFill>
          <p:spPr>
            <a:xfrm>
              <a:off x="3299653" y="1237273"/>
              <a:ext cx="1092201" cy="846328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339B0E22-6F7A-4797-B08C-A7FC7C74E7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9533" t="71835" r="32851" b="22716"/>
            <a:stretch/>
          </p:blipFill>
          <p:spPr>
            <a:xfrm>
              <a:off x="3299653" y="2163466"/>
              <a:ext cx="1226820" cy="960120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B2F5CF6-433E-48C4-8EF2-E8BACC7771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864" t="77384" r="41543" b="17886"/>
            <a:stretch/>
          </p:blipFill>
          <p:spPr>
            <a:xfrm>
              <a:off x="4512625" y="2181134"/>
              <a:ext cx="1223058" cy="833378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67A804D8-1C70-45CA-9E1B-CCBB23F5D3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9918" t="76958" r="33200" b="17593"/>
            <a:stretch/>
          </p:blipFill>
          <p:spPr>
            <a:xfrm>
              <a:off x="5798399" y="2083601"/>
              <a:ext cx="1108733" cy="960121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4DF8CD9A-8C36-413F-A921-0FF2DD237B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866" t="82609" r="41661" b="11413"/>
            <a:stretch/>
          </p:blipFill>
          <p:spPr>
            <a:xfrm>
              <a:off x="3339724" y="3123586"/>
              <a:ext cx="1203767" cy="1053296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9482D9C7-578A-4AC1-97E9-8AA785C33F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0857" t="82623" r="34047" b="11399"/>
            <a:stretch/>
          </p:blipFill>
          <p:spPr>
            <a:xfrm>
              <a:off x="4648273" y="3123586"/>
              <a:ext cx="820906" cy="1053296"/>
            </a:xfrm>
            <a:prstGeom prst="rect">
              <a:avLst/>
            </a:prstGeom>
          </p:spPr>
        </p:pic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4C288760-6193-41CB-BE6F-25B4CA69345A}"/>
                </a:ext>
              </a:extLst>
            </p:cNvPr>
            <p:cNvGrpSpPr/>
            <p:nvPr/>
          </p:nvGrpSpPr>
          <p:grpSpPr>
            <a:xfrm>
              <a:off x="5711201" y="3168689"/>
              <a:ext cx="1203767" cy="625997"/>
              <a:chOff x="3903854" y="1201976"/>
              <a:chExt cx="4114800" cy="2917029"/>
            </a:xfrm>
          </p:grpSpPr>
          <p:pic>
            <p:nvPicPr>
              <p:cNvPr id="13" name="Picture 2" descr="undefined">
                <a:extLst>
                  <a:ext uri="{FF2B5EF4-FFF2-40B4-BE49-F238E27FC236}">
                    <a16:creationId xmlns:a16="http://schemas.microsoft.com/office/drawing/2014/main" id="{CB16410F-8F6E-44A9-B68A-B801D0280D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38" t="35313" r="10971"/>
              <a:stretch/>
            </p:blipFill>
            <p:spPr bwMode="auto">
              <a:xfrm>
                <a:off x="3903854" y="1382682"/>
                <a:ext cx="4114800" cy="23493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B9558D09-49DD-4C16-A1F4-E8039FA0EBCC}"/>
                  </a:ext>
                </a:extLst>
              </p:cNvPr>
              <p:cNvSpPr/>
              <p:nvPr/>
            </p:nvSpPr>
            <p:spPr>
              <a:xfrm>
                <a:off x="4004545" y="1201976"/>
                <a:ext cx="3649642" cy="29170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45EB6CD5-8FFD-48FA-83A7-D3BB30715A8E}"/>
                </a:ext>
              </a:extLst>
            </p:cNvPr>
            <p:cNvSpPr txBox="1"/>
            <p:nvPr/>
          </p:nvSpPr>
          <p:spPr>
            <a:xfrm>
              <a:off x="6120563" y="3904591"/>
              <a:ext cx="3850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100" b="1" dirty="0">
                  <a:solidFill>
                    <a:srgbClr val="C00000"/>
                  </a:solidFill>
                </a:rPr>
                <a:t>PID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0C1E91E2-EA4C-4EDC-B397-98176495630D}"/>
                </a:ext>
              </a:extLst>
            </p:cNvPr>
            <p:cNvSpPr/>
            <p:nvPr/>
          </p:nvSpPr>
          <p:spPr>
            <a:xfrm>
              <a:off x="3224784" y="1146048"/>
              <a:ext cx="3816096" cy="31516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3F7FE83-701C-456E-90AF-25250C082401}"/>
                </a:ext>
              </a:extLst>
            </p:cNvPr>
            <p:cNvSpPr txBox="1"/>
            <p:nvPr/>
          </p:nvSpPr>
          <p:spPr>
            <a:xfrm>
              <a:off x="5480965" y="922086"/>
              <a:ext cx="16642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100" b="1" dirty="0" err="1">
                  <a:solidFill>
                    <a:srgbClr val="0070C0"/>
                  </a:solidFill>
                </a:rPr>
                <a:t>Complementary</a:t>
              </a:r>
              <a:r>
                <a:rPr lang="es-ES" sz="1100" b="1" dirty="0">
                  <a:solidFill>
                    <a:srgbClr val="0070C0"/>
                  </a:solidFill>
                </a:rPr>
                <a:t> modules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979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01094DEE-B341-4BA6-9D26-E7B2FF6E5D27}"/>
              </a:ext>
            </a:extLst>
          </p:cNvPr>
          <p:cNvGrpSpPr/>
          <p:nvPr/>
        </p:nvGrpSpPr>
        <p:grpSpPr>
          <a:xfrm>
            <a:off x="1103246" y="713703"/>
            <a:ext cx="10085898" cy="5440786"/>
            <a:chOff x="1103246" y="713703"/>
            <a:chExt cx="10085898" cy="5440786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28391ED6-A57C-40AF-9F40-A466906FF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658" t="63986" r="50367" b="9114"/>
            <a:stretch/>
          </p:blipFill>
          <p:spPr>
            <a:xfrm>
              <a:off x="1312542" y="1414710"/>
              <a:ext cx="5956183" cy="4739779"/>
            </a:xfrm>
            <a:prstGeom prst="rect">
              <a:avLst/>
            </a:prstGeom>
          </p:spPr>
        </p:pic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08B16F8-53C2-4D7E-ABAE-0D06296AB1AD}"/>
                </a:ext>
              </a:extLst>
            </p:cNvPr>
            <p:cNvGrpSpPr/>
            <p:nvPr/>
          </p:nvGrpSpPr>
          <p:grpSpPr>
            <a:xfrm>
              <a:off x="7268725" y="1414710"/>
              <a:ext cx="3920419" cy="3375594"/>
              <a:chOff x="3224784" y="922086"/>
              <a:chExt cx="3920419" cy="3375594"/>
            </a:xfrm>
          </p:grpSpPr>
          <p:pic>
            <p:nvPicPr>
              <p:cNvPr id="4" name="Imagen 3">
                <a:extLst>
                  <a:ext uri="{FF2B5EF4-FFF2-40B4-BE49-F238E27FC236}">
                    <a16:creationId xmlns:a16="http://schemas.microsoft.com/office/drawing/2014/main" id="{0D0ED753-695D-4D68-9898-1B2327B3211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59618" t="65678" r="33602" b="29519"/>
              <a:stretch/>
            </p:blipFill>
            <p:spPr>
              <a:xfrm>
                <a:off x="4512625" y="1268389"/>
                <a:ext cx="1092202" cy="846328"/>
              </a:xfrm>
              <a:prstGeom prst="rect">
                <a:avLst/>
              </a:prstGeom>
            </p:spPr>
          </p:pic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67B141AF-8642-42C7-A65C-AD7FCC3BDD8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51197" t="71561" r="42022" b="22990"/>
              <a:stretch/>
            </p:blipFill>
            <p:spPr>
              <a:xfrm>
                <a:off x="5822766" y="1195823"/>
                <a:ext cx="1092202" cy="960120"/>
              </a:xfrm>
              <a:prstGeom prst="rect">
                <a:avLst/>
              </a:prstGeom>
            </p:spPr>
          </p:pic>
          <p:pic>
            <p:nvPicPr>
              <p:cNvPr id="6" name="Imagen 5">
                <a:extLst>
                  <a:ext uri="{FF2B5EF4-FFF2-40B4-BE49-F238E27FC236}">
                    <a16:creationId xmlns:a16="http://schemas.microsoft.com/office/drawing/2014/main" id="{C4E46BED-920D-4473-BEDF-356F63B30D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51095" t="65650" r="42125" b="29546"/>
              <a:stretch/>
            </p:blipFill>
            <p:spPr>
              <a:xfrm>
                <a:off x="3299653" y="1237273"/>
                <a:ext cx="1092201" cy="846328"/>
              </a:xfrm>
              <a:prstGeom prst="rect">
                <a:avLst/>
              </a:prstGeom>
            </p:spPr>
          </p:pic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15FEE59F-87E5-4585-82D0-9B94EAFC68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59533" t="71835" r="32851" b="22716"/>
              <a:stretch/>
            </p:blipFill>
            <p:spPr>
              <a:xfrm>
                <a:off x="3299653" y="2163466"/>
                <a:ext cx="1226820" cy="960120"/>
              </a:xfrm>
              <a:prstGeom prst="rect">
                <a:avLst/>
              </a:prstGeom>
            </p:spPr>
          </p:pic>
          <p:pic>
            <p:nvPicPr>
              <p:cNvPr id="9" name="Imagen 8">
                <a:extLst>
                  <a:ext uri="{FF2B5EF4-FFF2-40B4-BE49-F238E27FC236}">
                    <a16:creationId xmlns:a16="http://schemas.microsoft.com/office/drawing/2014/main" id="{83A88A2D-7CE2-4497-9BFF-7DDD42008D8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50864" t="77384" r="41543" b="17886"/>
              <a:stretch/>
            </p:blipFill>
            <p:spPr>
              <a:xfrm>
                <a:off x="4512625" y="2181134"/>
                <a:ext cx="1223058" cy="833378"/>
              </a:xfrm>
              <a:prstGeom prst="rect">
                <a:avLst/>
              </a:prstGeom>
            </p:spPr>
          </p:pic>
          <p:pic>
            <p:nvPicPr>
              <p:cNvPr id="10" name="Imagen 9">
                <a:extLst>
                  <a:ext uri="{FF2B5EF4-FFF2-40B4-BE49-F238E27FC236}">
                    <a16:creationId xmlns:a16="http://schemas.microsoft.com/office/drawing/2014/main" id="{1500BEC6-B6A4-4F27-9954-4B67F6FC3C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59918" t="76958" r="33200" b="17593"/>
              <a:stretch/>
            </p:blipFill>
            <p:spPr>
              <a:xfrm>
                <a:off x="5798399" y="2083601"/>
                <a:ext cx="1108733" cy="960121"/>
              </a:xfrm>
              <a:prstGeom prst="rect">
                <a:avLst/>
              </a:prstGeom>
            </p:spPr>
          </p:pic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9398001E-B223-4C15-9859-7BEFA53E72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50866" t="82609" r="41661" b="11413"/>
              <a:stretch/>
            </p:blipFill>
            <p:spPr>
              <a:xfrm>
                <a:off x="3339724" y="3123586"/>
                <a:ext cx="1203767" cy="1053296"/>
              </a:xfrm>
              <a:prstGeom prst="rect">
                <a:avLst/>
              </a:prstGeom>
            </p:spPr>
          </p:pic>
          <p:pic>
            <p:nvPicPr>
              <p:cNvPr id="12" name="Imagen 11">
                <a:extLst>
                  <a:ext uri="{FF2B5EF4-FFF2-40B4-BE49-F238E27FC236}">
                    <a16:creationId xmlns:a16="http://schemas.microsoft.com/office/drawing/2014/main" id="{3C99E4D4-6035-4842-9530-36DBA8F4AF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0857" t="82623" r="34047" b="11399"/>
              <a:stretch/>
            </p:blipFill>
            <p:spPr>
              <a:xfrm>
                <a:off x="4648273" y="3123586"/>
                <a:ext cx="820906" cy="1053296"/>
              </a:xfrm>
              <a:prstGeom prst="rect">
                <a:avLst/>
              </a:prstGeom>
            </p:spPr>
          </p:pic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DDC61618-2F51-433F-BF4A-99749CF5E328}"/>
                  </a:ext>
                </a:extLst>
              </p:cNvPr>
              <p:cNvGrpSpPr/>
              <p:nvPr/>
            </p:nvGrpSpPr>
            <p:grpSpPr>
              <a:xfrm>
                <a:off x="5711201" y="3168689"/>
                <a:ext cx="1203767" cy="625997"/>
                <a:chOff x="3903854" y="1201976"/>
                <a:chExt cx="4114800" cy="2917029"/>
              </a:xfrm>
            </p:grpSpPr>
            <p:pic>
              <p:nvPicPr>
                <p:cNvPr id="17" name="Picture 2" descr="undefined">
                  <a:extLst>
                    <a:ext uri="{FF2B5EF4-FFF2-40B4-BE49-F238E27FC236}">
                      <a16:creationId xmlns:a16="http://schemas.microsoft.com/office/drawing/2014/main" id="{219B9B75-D7F9-4905-935F-EC618D92BDA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438" t="35313" r="10971"/>
                <a:stretch/>
              </p:blipFill>
              <p:spPr bwMode="auto">
                <a:xfrm>
                  <a:off x="3903854" y="1382682"/>
                  <a:ext cx="4114800" cy="234931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8" name="Rectángulo 17">
                  <a:extLst>
                    <a:ext uri="{FF2B5EF4-FFF2-40B4-BE49-F238E27FC236}">
                      <a16:creationId xmlns:a16="http://schemas.microsoft.com/office/drawing/2014/main" id="{EFACC945-D6A7-41CF-91A3-BEC2AE08106D}"/>
                    </a:ext>
                  </a:extLst>
                </p:cNvPr>
                <p:cNvSpPr/>
                <p:nvPr/>
              </p:nvSpPr>
              <p:spPr>
                <a:xfrm>
                  <a:off x="4004545" y="1201976"/>
                  <a:ext cx="3649642" cy="291702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70B3F41C-8E6F-4872-9EBC-DE37F05D8330}"/>
                  </a:ext>
                </a:extLst>
              </p:cNvPr>
              <p:cNvSpPr txBox="1"/>
              <p:nvPr/>
            </p:nvSpPr>
            <p:spPr>
              <a:xfrm>
                <a:off x="6120563" y="3904591"/>
                <a:ext cx="38504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100" b="1" dirty="0">
                    <a:solidFill>
                      <a:srgbClr val="C00000"/>
                    </a:solidFill>
                  </a:rPr>
                  <a:t>PID</a:t>
                </a:r>
              </a:p>
            </p:txBody>
          </p:sp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BAF15B32-FB50-4AE0-A796-6BF61D748D52}"/>
                  </a:ext>
                </a:extLst>
              </p:cNvPr>
              <p:cNvSpPr/>
              <p:nvPr/>
            </p:nvSpPr>
            <p:spPr>
              <a:xfrm>
                <a:off x="3224784" y="1146048"/>
                <a:ext cx="3816096" cy="3151632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7F7A7B0-4FF0-453F-9B45-84949D5834F3}"/>
                  </a:ext>
                </a:extLst>
              </p:cNvPr>
              <p:cNvSpPr txBox="1"/>
              <p:nvPr/>
            </p:nvSpPr>
            <p:spPr>
              <a:xfrm>
                <a:off x="5480965" y="922086"/>
                <a:ext cx="166423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100" b="1" dirty="0" err="1">
                    <a:solidFill>
                      <a:srgbClr val="0070C0"/>
                    </a:solidFill>
                  </a:rPr>
                  <a:t>Complementary</a:t>
                </a:r>
                <a:r>
                  <a:rPr lang="es-ES" sz="1100" b="1" dirty="0">
                    <a:solidFill>
                      <a:srgbClr val="0070C0"/>
                    </a:solidFill>
                  </a:rPr>
                  <a:t> modules</a:t>
                </a:r>
              </a:p>
            </p:txBody>
          </p:sp>
        </p:grp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7E947A54-B8D8-4F1B-8C00-09ABDAA285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658" t="60795" r="31670" b="36015"/>
            <a:stretch/>
          </p:blipFill>
          <p:spPr>
            <a:xfrm>
              <a:off x="1103246" y="713703"/>
              <a:ext cx="8968093" cy="5620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944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391ED6-A57C-40AF-9F40-A466906FF8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58" t="60795" r="31670" b="36015"/>
          <a:stretch/>
        </p:blipFill>
        <p:spPr>
          <a:xfrm>
            <a:off x="2281806" y="604007"/>
            <a:ext cx="8968093" cy="56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5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391ED6-A57C-40AF-9F40-A466906FF8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795" r="31671" b="9114"/>
          <a:stretch/>
        </p:blipFill>
        <p:spPr>
          <a:xfrm>
            <a:off x="1811623" y="830510"/>
            <a:ext cx="4284377" cy="206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867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</Words>
  <Application>Microsoft Office PowerPoint</Application>
  <PresentationFormat>Panorámica</PresentationFormat>
  <Paragraphs>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Miguel Valero</dc:creator>
  <cp:lastModifiedBy>Miguel Valero</cp:lastModifiedBy>
  <cp:revision>2</cp:revision>
  <dcterms:created xsi:type="dcterms:W3CDTF">2026-02-21T09:24:59Z</dcterms:created>
  <dcterms:modified xsi:type="dcterms:W3CDTF">2026-02-21T09:37:46Z</dcterms:modified>
</cp:coreProperties>
</file>